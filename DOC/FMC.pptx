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1" autoAdjust="0"/>
    <p:restoredTop sz="94660"/>
  </p:normalViewPr>
  <p:slideViewPr>
    <p:cSldViewPr snapToGrid="0">
      <p:cViewPr>
        <p:scale>
          <a:sx n="125" d="100"/>
          <a:sy n="125" d="100"/>
        </p:scale>
        <p:origin x="516" y="-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DBFF4-CFC6-4F9C-BA8A-9A77D61CCAD5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3D56BB-96E4-43BD-ADD8-3C654B8F1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523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D56BB-96E4-43BD-ADD8-3C654B8F18F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053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3FA68-5B60-848C-2F34-DBA3A8B97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5E0B1E-E5DF-8C65-1113-1F8288154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FA592C-DE0A-A86F-70ED-1EA7184C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2A80B4-72EE-07B4-FCEF-4F6E4FBA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4CBD2-1D80-6EAB-80C6-16317FA7A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624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7282B-E82A-61F2-0A1B-8877CAC24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47DA57-4AAE-AACC-7DB2-71568D111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DF5FC0-B960-A1FB-C67B-0C93F175F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EC4C7-E089-7299-03AF-AAE19DFFD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A7A7A7-27B4-365B-0A8D-28AED8B6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58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609DE-4F84-F064-C088-33F29FEF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58FADA-86A3-F326-EAA7-07E612B48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86A5E5-7EE6-DB23-99EB-C5C1CB70E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A094C7-C618-5E04-6F4D-BFA97B5B1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79D3C4-52CC-D15A-4257-F25FF3B7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89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617AA-03E7-3F1A-E420-3FE1BA2F8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6483ED-9682-75BF-738B-5C994F072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DF5822-A7A7-0A9F-31CF-40900BA90D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365857-C95E-5FD7-504D-A89A3524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934185-8D8B-EBAA-7C11-5831B2F2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88B543-E58B-995B-DE6F-58187B80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716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054A7-0D42-D97C-AE05-0E7ED74B7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B30004-F929-9830-7856-28A787DDE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5B4322-8BF0-4567-6841-9A2CD2E12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BF904C2-E25A-6C6D-6A34-B330EC62A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BABE63B-743F-D697-4ABC-5435F1C92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F588DBD-DFC7-41DC-5E5F-3CBD35855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5659F7-D76D-BA11-BD33-7D97B0A34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F3C1C52-8959-C73F-3D2C-962763C6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164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2FE70-0A62-4946-5698-C1E1B6C5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E4C6CB-42C9-C18D-F48D-D2CC12F0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B2A545-83D9-5483-C386-E098ADE8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931C64-1732-D729-66F7-E8DCD8D6F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57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83D9A2-D063-0055-57B8-DF70AC3C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8CE1E6-DAE9-065A-FECB-540DCA73D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1AD729-C902-94DF-5E76-025334745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188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FD566-F029-2511-8608-31FAB9DEA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3DD154-177D-EC5B-00BB-153C028B3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148C14-ED82-6336-75B5-FAC2E5A67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E7B09-ECDC-3D05-C00E-13B6C40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08B724-5EA6-FF27-A596-64C113A4E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D0E59B-A032-C8A0-DEC9-EC16FCC3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787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E6ABD9-3715-33F4-5095-DB21BB9F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0E70E1-FC2C-7F35-E0A0-870F1AC91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74D6F40-E935-531D-063F-84D06016B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0A359A-7DD7-65B8-1E64-90EF52FE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1EE1B-D41F-AD0E-DCB7-9C7B70A82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B8A7B3-0804-E764-3B7F-E446D470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99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89BA47-1C2D-89DC-D96C-E2C2FA371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911A02-E80A-857F-EB37-53917BC88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6CEFC-DFE0-4EF8-D8FC-F2DAE1C72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3E770A-6E45-0A8C-C53A-9A9E94DFF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1713A9-3465-62A3-4993-38746D49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55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C84B5E-9E46-C460-1773-BB7A0750DF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1AC1B2-D75F-7592-69C9-C6639E4BB6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84644E-E81A-F405-A1B7-AF456148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4DC9BF-A281-8838-9496-E4E6C120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74E70-97E1-5969-9C77-3832E73E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84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8F9584-CC67-AC7A-DA58-6CC5148D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20A4CD-05CF-465A-A2A1-62B4172CF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ACBEE5-3D16-74D1-E407-3F40A7B04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1F126-1D51-4B6B-90D2-3719C74DFBC1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A4F3FB-3BD0-6950-3D61-E4F560CB80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BBA1DB-366C-AFC3-080F-EEFD57895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641AA5-E7BC-409F-AD7F-BFE5DFDBCC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581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EB71134E-FC11-679C-2AE1-C0A7B89B2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22"/>
            <a:ext cx="12192000" cy="67448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4EFB444-321C-07BC-3465-67575AF48B96}"/>
              </a:ext>
            </a:extLst>
          </p:cNvPr>
          <p:cNvSpPr txBox="1"/>
          <p:nvPr/>
        </p:nvSpPr>
        <p:spPr>
          <a:xfrm>
            <a:off x="2811780" y="1501140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ea typeface="黑体" panose="02010609060101010101" pitchFamily="49" charset="-122"/>
              </a:rPr>
              <a:t>E16</a:t>
            </a:r>
            <a:endParaRPr lang="zh-CN" altLang="en-US" sz="1050" b="1" dirty="0"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963F1E-A7B1-E5A8-3E97-BC8AC3E7A65C}"/>
              </a:ext>
            </a:extLst>
          </p:cNvPr>
          <p:cNvSpPr txBox="1"/>
          <p:nvPr/>
        </p:nvSpPr>
        <p:spPr>
          <a:xfrm>
            <a:off x="2811780" y="168027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65451E5-5AB7-819E-F45D-A541A878D340}"/>
              </a:ext>
            </a:extLst>
          </p:cNvPr>
          <p:cNvSpPr txBox="1"/>
          <p:nvPr/>
        </p:nvSpPr>
        <p:spPr>
          <a:xfrm>
            <a:off x="2811780" y="2013975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3635F8-6AEF-CCF6-50CD-2B63256FD425}"/>
              </a:ext>
            </a:extLst>
          </p:cNvPr>
          <p:cNvSpPr txBox="1"/>
          <p:nvPr/>
        </p:nvSpPr>
        <p:spPr>
          <a:xfrm>
            <a:off x="2811780" y="2147625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A16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683994A-8E7C-2204-84C4-7E69F2FBA871}"/>
              </a:ext>
            </a:extLst>
          </p:cNvPr>
          <p:cNvSpPr txBox="1"/>
          <p:nvPr/>
        </p:nvSpPr>
        <p:spPr>
          <a:xfrm>
            <a:off x="2811780" y="251253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A18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D0D7EC-56DB-04A0-1DB2-D4098C608DE7}"/>
              </a:ext>
            </a:extLst>
          </p:cNvPr>
          <p:cNvSpPr txBox="1"/>
          <p:nvPr/>
        </p:nvSpPr>
        <p:spPr>
          <a:xfrm>
            <a:off x="2811780" y="267738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A19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D848A4-1205-B61D-8E8E-B1741003348D}"/>
              </a:ext>
            </a:extLst>
          </p:cNvPr>
          <p:cNvSpPr txBox="1"/>
          <p:nvPr/>
        </p:nvSpPr>
        <p:spPr>
          <a:xfrm>
            <a:off x="2797354" y="3042285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E19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5E6E9E-7675-5C51-80CC-1969ED04AFD8}"/>
              </a:ext>
            </a:extLst>
          </p:cNvPr>
          <p:cNvSpPr txBox="1"/>
          <p:nvPr/>
        </p:nvSpPr>
        <p:spPr>
          <a:xfrm>
            <a:off x="2797354" y="3165142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D19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5EB5105-A11D-ACDB-8E6A-95C30AE3CC45}"/>
              </a:ext>
            </a:extLst>
          </p:cNvPr>
          <p:cNvSpPr txBox="1"/>
          <p:nvPr/>
        </p:nvSpPr>
        <p:spPr>
          <a:xfrm>
            <a:off x="2808574" y="3521921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G17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A434671-3B10-E3CF-7E56-BC477E7F7ED4}"/>
              </a:ext>
            </a:extLst>
          </p:cNvPr>
          <p:cNvSpPr txBox="1"/>
          <p:nvPr/>
        </p:nvSpPr>
        <p:spPr>
          <a:xfrm>
            <a:off x="2808574" y="3652904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G18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31E6E13-50C0-61A3-D582-CCE3452E3CE3}"/>
              </a:ext>
            </a:extLst>
          </p:cNvPr>
          <p:cNvSpPr txBox="1"/>
          <p:nvPr/>
        </p:nvSpPr>
        <p:spPr>
          <a:xfrm>
            <a:off x="5747828" y="1781778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E13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FE0A46-9AB0-0B0E-F0BB-6A59969EA7E3}"/>
              </a:ext>
            </a:extLst>
          </p:cNvPr>
          <p:cNvSpPr txBox="1"/>
          <p:nvPr/>
        </p:nvSpPr>
        <p:spPr>
          <a:xfrm>
            <a:off x="5747828" y="1913947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E14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41A5A5-7E22-0778-4919-0CFF9935E987}"/>
              </a:ext>
            </a:extLst>
          </p:cNvPr>
          <p:cNvSpPr txBox="1"/>
          <p:nvPr/>
        </p:nvSpPr>
        <p:spPr>
          <a:xfrm>
            <a:off x="5730196" y="2146143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C13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8BD8C98-9151-97B0-A527-933419B4BD12}"/>
              </a:ext>
            </a:extLst>
          </p:cNvPr>
          <p:cNvSpPr txBox="1"/>
          <p:nvPr/>
        </p:nvSpPr>
        <p:spPr>
          <a:xfrm>
            <a:off x="5729802" y="227831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B13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ACF0517-E84A-7062-14F3-7396C201341E}"/>
              </a:ext>
            </a:extLst>
          </p:cNvPr>
          <p:cNvSpPr txBox="1"/>
          <p:nvPr/>
        </p:nvSpPr>
        <p:spPr>
          <a:xfrm>
            <a:off x="5724993" y="2514011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B20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D977D7C-1427-6710-9910-6F714E444BED}"/>
              </a:ext>
            </a:extLst>
          </p:cNvPr>
          <p:cNvSpPr txBox="1"/>
          <p:nvPr/>
        </p:nvSpPr>
        <p:spPr>
          <a:xfrm>
            <a:off x="5856148" y="2883202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C20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06213DA-1BA2-41B0-4D23-4ECE65902ABF}"/>
              </a:ext>
            </a:extLst>
          </p:cNvPr>
          <p:cNvSpPr txBox="1"/>
          <p:nvPr/>
        </p:nvSpPr>
        <p:spPr>
          <a:xfrm>
            <a:off x="5827296" y="3016852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C19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2E397CE6-A3C3-7ECF-0D0C-D79BE644AB4D}"/>
              </a:ext>
            </a:extLst>
          </p:cNvPr>
          <p:cNvSpPr txBox="1"/>
          <p:nvPr/>
        </p:nvSpPr>
        <p:spPr>
          <a:xfrm>
            <a:off x="5823289" y="3284692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E22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37F48E0-19D9-21EB-F671-8C3FD93A6EC8}"/>
              </a:ext>
            </a:extLst>
          </p:cNvPr>
          <p:cNvSpPr txBox="1"/>
          <p:nvPr/>
        </p:nvSpPr>
        <p:spPr>
          <a:xfrm>
            <a:off x="5802878" y="3383238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D22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8448457-75E4-4FF7-76E1-E4F99F0F67B7}"/>
              </a:ext>
            </a:extLst>
          </p:cNvPr>
          <p:cNvSpPr txBox="1"/>
          <p:nvPr/>
        </p:nvSpPr>
        <p:spPr>
          <a:xfrm>
            <a:off x="5802878" y="366046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J14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655B2C7-5BE4-1C95-7E21-CB1D130566AF}"/>
              </a:ext>
            </a:extLst>
          </p:cNvPr>
          <p:cNvSpPr txBox="1"/>
          <p:nvPr/>
        </p:nvSpPr>
        <p:spPr>
          <a:xfrm>
            <a:off x="5788451" y="3801318"/>
            <a:ext cx="3497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H14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272101BA-A2DA-3355-6A33-03D9FF323456}"/>
              </a:ext>
            </a:extLst>
          </p:cNvPr>
          <p:cNvSpPr txBox="1"/>
          <p:nvPr/>
        </p:nvSpPr>
        <p:spPr>
          <a:xfrm>
            <a:off x="8641894" y="113822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B17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8112D58-1502-5C13-154D-FA4FEAFB1693}"/>
              </a:ext>
            </a:extLst>
          </p:cNvPr>
          <p:cNvSpPr txBox="1"/>
          <p:nvPr/>
        </p:nvSpPr>
        <p:spPr>
          <a:xfrm>
            <a:off x="8632276" y="130108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B18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0B0BAA1-7605-9C5A-DF7F-4ED7F1C914DB}"/>
              </a:ext>
            </a:extLst>
          </p:cNvPr>
          <p:cNvSpPr txBox="1"/>
          <p:nvPr/>
        </p:nvSpPr>
        <p:spPr>
          <a:xfrm>
            <a:off x="8641894" y="1501139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F16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21D0400-943E-2EAF-5AC3-D2264A404F70}"/>
              </a:ext>
            </a:extLst>
          </p:cNvPr>
          <p:cNvSpPr txBox="1"/>
          <p:nvPr/>
        </p:nvSpPr>
        <p:spPr>
          <a:xfrm>
            <a:off x="8632276" y="1664003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E17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2387F3BF-EE6F-4166-3CB0-C75F9263A603}"/>
              </a:ext>
            </a:extLst>
          </p:cNvPr>
          <p:cNvSpPr txBox="1"/>
          <p:nvPr/>
        </p:nvSpPr>
        <p:spPr>
          <a:xfrm>
            <a:off x="8612926" y="190018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B15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4ABE720-97D3-7A11-A591-A7C6EDA28795}"/>
              </a:ext>
            </a:extLst>
          </p:cNvPr>
          <p:cNvSpPr txBox="1"/>
          <p:nvPr/>
        </p:nvSpPr>
        <p:spPr>
          <a:xfrm>
            <a:off x="8612926" y="202078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B16</a:t>
            </a:r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D7442FC-BD86-2B3C-C693-6B923AD043C5}"/>
              </a:ext>
            </a:extLst>
          </p:cNvPr>
          <p:cNvSpPr txBox="1"/>
          <p:nvPr/>
        </p:nvSpPr>
        <p:spPr>
          <a:xfrm>
            <a:off x="8558052" y="2263106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F18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1964CDD-9FD1-29C2-C7EE-5C94FCB331D9}"/>
              </a:ext>
            </a:extLst>
          </p:cNvPr>
          <p:cNvSpPr txBox="1"/>
          <p:nvPr/>
        </p:nvSpPr>
        <p:spPr>
          <a:xfrm>
            <a:off x="8551245" y="2399263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E18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9BF6678-0614-1433-CF61-9911B7EDBFAC}"/>
              </a:ext>
            </a:extLst>
          </p:cNvPr>
          <p:cNvSpPr txBox="1"/>
          <p:nvPr/>
        </p:nvSpPr>
        <p:spPr>
          <a:xfrm>
            <a:off x="8716515" y="2642745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D20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1633BD1-31EB-F2D2-29FF-89D63D8C9F82}"/>
              </a:ext>
            </a:extLst>
          </p:cNvPr>
          <p:cNvSpPr txBox="1"/>
          <p:nvPr/>
        </p:nvSpPr>
        <p:spPr>
          <a:xfrm>
            <a:off x="8736947" y="2771268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C20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4534171-E87D-C364-FC90-5D516AFD4FBE}"/>
              </a:ext>
            </a:extLst>
          </p:cNvPr>
          <p:cNvSpPr txBox="1"/>
          <p:nvPr/>
        </p:nvSpPr>
        <p:spPr>
          <a:xfrm>
            <a:off x="8728933" y="3016851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C22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AD6A661-9F5A-64AA-624A-73051CCEA9F6}"/>
              </a:ext>
            </a:extLst>
          </p:cNvPr>
          <p:cNvSpPr txBox="1"/>
          <p:nvPr/>
        </p:nvSpPr>
        <p:spPr>
          <a:xfrm>
            <a:off x="8777097" y="3130637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B22</a:t>
            </a:r>
            <a:endParaRPr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F09D1DCA-8C4B-EDF2-4061-542059742243}"/>
              </a:ext>
            </a:extLst>
          </p:cNvPr>
          <p:cNvSpPr txBox="1"/>
          <p:nvPr/>
        </p:nvSpPr>
        <p:spPr>
          <a:xfrm>
            <a:off x="8707699" y="3392438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F15</a:t>
            </a:r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67522FC-1AA4-8E91-BE1B-F588F4CAC2DA}"/>
              </a:ext>
            </a:extLst>
          </p:cNvPr>
          <p:cNvSpPr txBox="1"/>
          <p:nvPr/>
        </p:nvSpPr>
        <p:spPr>
          <a:xfrm>
            <a:off x="8707699" y="3516693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F21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3146484-BB2E-8D3C-DFFC-8C9C23428CB9}"/>
              </a:ext>
            </a:extLst>
          </p:cNvPr>
          <p:cNvSpPr txBox="1"/>
          <p:nvPr/>
        </p:nvSpPr>
        <p:spPr>
          <a:xfrm>
            <a:off x="8701739" y="3767629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G15</a:t>
            </a:r>
            <a:endParaRPr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C50BDCB-9F4E-7775-7369-8DB20DBCD957}"/>
              </a:ext>
            </a:extLst>
          </p:cNvPr>
          <p:cNvSpPr txBox="1"/>
          <p:nvPr/>
        </p:nvSpPr>
        <p:spPr>
          <a:xfrm>
            <a:off x="8686499" y="3912390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G16</a:t>
            </a:r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D59C9635-3B60-8E92-45BC-DFFDDB9FC142}"/>
              </a:ext>
            </a:extLst>
          </p:cNvPr>
          <p:cNvSpPr txBox="1"/>
          <p:nvPr/>
        </p:nvSpPr>
        <p:spPr>
          <a:xfrm>
            <a:off x="8641894" y="4130789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DCC62C5-9B67-AA95-3954-8219C8A9B56C}"/>
              </a:ext>
            </a:extLst>
          </p:cNvPr>
          <p:cNvSpPr txBox="1"/>
          <p:nvPr/>
        </p:nvSpPr>
        <p:spPr>
          <a:xfrm>
            <a:off x="8641894" y="4270793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9D8A2F8-6BD4-41A3-9132-B4E5EF02FBFF}"/>
              </a:ext>
            </a:extLst>
          </p:cNvPr>
          <p:cNvSpPr txBox="1"/>
          <p:nvPr/>
        </p:nvSpPr>
        <p:spPr>
          <a:xfrm>
            <a:off x="8628166" y="451865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893432B-D98E-82B5-607C-588B7EAD72D6}"/>
              </a:ext>
            </a:extLst>
          </p:cNvPr>
          <p:cNvSpPr txBox="1"/>
          <p:nvPr/>
        </p:nvSpPr>
        <p:spPr>
          <a:xfrm>
            <a:off x="8632276" y="4674037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B8F9BC6-B14A-8890-F253-0C1407AE9C7E}"/>
              </a:ext>
            </a:extLst>
          </p:cNvPr>
          <p:cNvSpPr txBox="1"/>
          <p:nvPr/>
        </p:nvSpPr>
        <p:spPr>
          <a:xfrm>
            <a:off x="8707699" y="4873479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G21</a:t>
            </a:r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AE5341B-2AF7-0EDE-D430-ACE86AB26BEB}"/>
              </a:ext>
            </a:extLst>
          </p:cNvPr>
          <p:cNvSpPr txBox="1"/>
          <p:nvPr/>
        </p:nvSpPr>
        <p:spPr>
          <a:xfrm>
            <a:off x="8698081" y="5017494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G22</a:t>
            </a:r>
            <a:endParaRPr lang="zh-CN" altLang="en-US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71EC0B0-2FF9-612C-3A95-9F312B977BDD}"/>
              </a:ext>
            </a:extLst>
          </p:cNvPr>
          <p:cNvSpPr txBox="1"/>
          <p:nvPr/>
        </p:nvSpPr>
        <p:spPr>
          <a:xfrm>
            <a:off x="11688978" y="1301084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F13</a:t>
            </a:r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851D4DF4-748D-0E82-9A9C-D93B462BA239}"/>
              </a:ext>
            </a:extLst>
          </p:cNvPr>
          <p:cNvSpPr txBox="1"/>
          <p:nvPr/>
        </p:nvSpPr>
        <p:spPr>
          <a:xfrm>
            <a:off x="11684169" y="1401111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F14</a:t>
            </a:r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287AF03C-0D96-CD3F-BA36-5BCB89DB895B}"/>
              </a:ext>
            </a:extLst>
          </p:cNvPr>
          <p:cNvSpPr txBox="1"/>
          <p:nvPr/>
        </p:nvSpPr>
        <p:spPr>
          <a:xfrm>
            <a:off x="11684169" y="1664002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C14</a:t>
            </a:r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10AF9C88-37EB-0448-17E0-8E517672F336}"/>
              </a:ext>
            </a:extLst>
          </p:cNvPr>
          <p:cNvSpPr txBox="1"/>
          <p:nvPr/>
        </p:nvSpPr>
        <p:spPr>
          <a:xfrm>
            <a:off x="11685773" y="1766536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C15</a:t>
            </a:r>
            <a:endParaRPr lang="zh-CN" altLang="en-US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0E525AD0-B1E9-EF6E-4F1C-D894869F1939}"/>
              </a:ext>
            </a:extLst>
          </p:cNvPr>
          <p:cNvSpPr txBox="1"/>
          <p:nvPr/>
        </p:nvSpPr>
        <p:spPr>
          <a:xfrm>
            <a:off x="11674551" y="2053883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D14</a:t>
            </a:r>
            <a:endParaRPr lang="zh-CN" altLang="en-US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AF5C1CA2-117B-65E5-26AF-FBF3B37D557A}"/>
              </a:ext>
            </a:extLst>
          </p:cNvPr>
          <p:cNvSpPr txBox="1"/>
          <p:nvPr/>
        </p:nvSpPr>
        <p:spPr>
          <a:xfrm>
            <a:off x="11684169" y="2163078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D15</a:t>
            </a:r>
            <a:endParaRPr lang="zh-CN" altLang="en-US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FD9F5204-97E6-5837-DAF3-C86075C78C44}"/>
              </a:ext>
            </a:extLst>
          </p:cNvPr>
          <p:cNvSpPr txBox="1"/>
          <p:nvPr/>
        </p:nvSpPr>
        <p:spPr>
          <a:xfrm>
            <a:off x="11674551" y="2419307"/>
            <a:ext cx="3449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A13</a:t>
            </a:r>
            <a:endParaRPr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F958B6B1-C5B2-C321-E3E9-8AE4B806B92C}"/>
              </a:ext>
            </a:extLst>
          </p:cNvPr>
          <p:cNvSpPr txBox="1"/>
          <p:nvPr/>
        </p:nvSpPr>
        <p:spPr>
          <a:xfrm>
            <a:off x="11690746" y="2526952"/>
            <a:ext cx="3449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A14</a:t>
            </a:r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E521B02A-F7F9-6B5E-6F2C-0EEACA95A3B3}"/>
              </a:ext>
            </a:extLst>
          </p:cNvPr>
          <p:cNvSpPr txBox="1"/>
          <p:nvPr/>
        </p:nvSpPr>
        <p:spPr>
          <a:xfrm>
            <a:off x="11781014" y="2763646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F19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E7A00023-5CD4-DD3A-0138-3B568B997DB7}"/>
              </a:ext>
            </a:extLst>
          </p:cNvPr>
          <p:cNvSpPr txBox="1"/>
          <p:nvPr/>
        </p:nvSpPr>
        <p:spPr>
          <a:xfrm>
            <a:off x="11842783" y="2898444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F20</a:t>
            </a:r>
            <a:endParaRPr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5AC68775-0C46-CE68-81F3-BED10A68DB4F}"/>
              </a:ext>
            </a:extLst>
          </p:cNvPr>
          <p:cNvSpPr txBox="1"/>
          <p:nvPr/>
        </p:nvSpPr>
        <p:spPr>
          <a:xfrm>
            <a:off x="11771396" y="3134690"/>
            <a:ext cx="3497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H13</a:t>
            </a:r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BC146BB7-FC5D-7F2B-2390-E5B6B0C49D9B}"/>
              </a:ext>
            </a:extLst>
          </p:cNvPr>
          <p:cNvSpPr txBox="1"/>
          <p:nvPr/>
        </p:nvSpPr>
        <p:spPr>
          <a:xfrm>
            <a:off x="11781014" y="3264186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G13</a:t>
            </a:r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3687F139-765D-1503-E2B1-BF26C72F101A}"/>
              </a:ext>
            </a:extLst>
          </p:cNvPr>
          <p:cNvSpPr txBox="1"/>
          <p:nvPr/>
        </p:nvSpPr>
        <p:spPr>
          <a:xfrm>
            <a:off x="11722214" y="3552876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B21</a:t>
            </a:r>
            <a:endParaRPr lang="zh-CN" altLang="en-US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92795116-637C-93F4-8868-C04A8C838E0F}"/>
              </a:ext>
            </a:extLst>
          </p:cNvPr>
          <p:cNvSpPr txBox="1"/>
          <p:nvPr/>
        </p:nvSpPr>
        <p:spPr>
          <a:xfrm>
            <a:off x="11733888" y="3643780"/>
            <a:ext cx="3449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A21</a:t>
            </a:r>
            <a:endParaRPr lang="zh-CN" altLang="en-US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4540B6CE-C5A1-DCEE-9AE6-3B7C2F830D65}"/>
              </a:ext>
            </a:extLst>
          </p:cNvPr>
          <p:cNvSpPr txBox="1"/>
          <p:nvPr/>
        </p:nvSpPr>
        <p:spPr>
          <a:xfrm>
            <a:off x="11683880" y="3883346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E21</a:t>
            </a:r>
            <a:endParaRPr lang="zh-CN" altLang="en-US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D728C817-A665-4742-61DF-697D15C827D5}"/>
              </a:ext>
            </a:extLst>
          </p:cNvPr>
          <p:cNvSpPr txBox="1"/>
          <p:nvPr/>
        </p:nvSpPr>
        <p:spPr>
          <a:xfrm>
            <a:off x="11683880" y="4017503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D21</a:t>
            </a:r>
            <a:endParaRPr lang="zh-CN" altLang="en-US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68AE785F-DDF4-22DD-F421-5C08A299E617}"/>
              </a:ext>
            </a:extLst>
          </p:cNvPr>
          <p:cNvSpPr txBox="1"/>
          <p:nvPr/>
        </p:nvSpPr>
        <p:spPr>
          <a:xfrm>
            <a:off x="11659546" y="4270793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J15</a:t>
            </a:r>
            <a:endParaRPr lang="zh-CN" altLang="en-US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67B8B90-3F78-A607-0399-2319CE49AB17}"/>
              </a:ext>
            </a:extLst>
          </p:cNvPr>
          <p:cNvSpPr txBox="1"/>
          <p:nvPr/>
        </p:nvSpPr>
        <p:spPr>
          <a:xfrm>
            <a:off x="11672571" y="4414553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2A128100-272E-43C1-8753-0FF79CCA5583}"/>
              </a:ext>
            </a:extLst>
          </p:cNvPr>
          <p:cNvSpPr txBox="1"/>
          <p:nvPr/>
        </p:nvSpPr>
        <p:spPr>
          <a:xfrm>
            <a:off x="11680415" y="4658340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9E688CCB-E968-75B0-C9CA-F3BF87EA4D53}"/>
              </a:ext>
            </a:extLst>
          </p:cNvPr>
          <p:cNvSpPr txBox="1"/>
          <p:nvPr/>
        </p:nvSpPr>
        <p:spPr>
          <a:xfrm>
            <a:off x="11687933" y="4802100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03311466-91E8-5390-3F5C-D09625160149}"/>
              </a:ext>
            </a:extLst>
          </p:cNvPr>
          <p:cNvSpPr txBox="1"/>
          <p:nvPr/>
        </p:nvSpPr>
        <p:spPr>
          <a:xfrm>
            <a:off x="11680415" y="5033192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A8B87DE-00B6-A606-757B-E3DB14E84DC5}"/>
              </a:ext>
            </a:extLst>
          </p:cNvPr>
          <p:cNvSpPr txBox="1"/>
          <p:nvPr/>
        </p:nvSpPr>
        <p:spPr>
          <a:xfrm>
            <a:off x="11680415" y="5189597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900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C3B39-663B-DD32-0BBC-8FFF13E74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6E00D67-1E8D-78EB-2293-E359A824F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122"/>
            <a:ext cx="12192000" cy="674487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0ABE5D-1F3B-3014-3D16-C045389A4D23}"/>
              </a:ext>
            </a:extLst>
          </p:cNvPr>
          <p:cNvSpPr txBox="1"/>
          <p:nvPr/>
        </p:nvSpPr>
        <p:spPr>
          <a:xfrm>
            <a:off x="2811780" y="1501140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00" b="1" dirty="0">
                <a:ea typeface="黑体" panose="02010609060101010101" pitchFamily="49" charset="-122"/>
              </a:rPr>
              <a:t>E16</a:t>
            </a:r>
            <a:endParaRPr lang="zh-CN" altLang="en-US" sz="1050" b="1" dirty="0"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79C341-3CB7-916A-D990-02EC705D6F03}"/>
              </a:ext>
            </a:extLst>
          </p:cNvPr>
          <p:cNvSpPr txBox="1"/>
          <p:nvPr/>
        </p:nvSpPr>
        <p:spPr>
          <a:xfrm>
            <a:off x="2811780" y="168027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D16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DE21D06-40C4-DF1D-E7D7-3EB1BC1C283D}"/>
              </a:ext>
            </a:extLst>
          </p:cNvPr>
          <p:cNvSpPr txBox="1"/>
          <p:nvPr/>
        </p:nvSpPr>
        <p:spPr>
          <a:xfrm>
            <a:off x="2811780" y="2013975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A15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9290A8-9D4F-2145-B8A1-A457A10781DB}"/>
              </a:ext>
            </a:extLst>
          </p:cNvPr>
          <p:cNvSpPr txBox="1"/>
          <p:nvPr/>
        </p:nvSpPr>
        <p:spPr>
          <a:xfrm>
            <a:off x="2811780" y="2147625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A16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F770EE-01CD-0F7B-DC82-C5406A1F6970}"/>
              </a:ext>
            </a:extLst>
          </p:cNvPr>
          <p:cNvSpPr txBox="1"/>
          <p:nvPr/>
        </p:nvSpPr>
        <p:spPr>
          <a:xfrm>
            <a:off x="2811780" y="251253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A18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E14829-6364-556C-6E4A-52085F02A3F4}"/>
              </a:ext>
            </a:extLst>
          </p:cNvPr>
          <p:cNvSpPr txBox="1"/>
          <p:nvPr/>
        </p:nvSpPr>
        <p:spPr>
          <a:xfrm>
            <a:off x="2811780" y="267738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A19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847768-0309-7163-B9D5-95153BB75816}"/>
              </a:ext>
            </a:extLst>
          </p:cNvPr>
          <p:cNvSpPr txBox="1"/>
          <p:nvPr/>
        </p:nvSpPr>
        <p:spPr>
          <a:xfrm>
            <a:off x="2797354" y="3042285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E19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40D418-D12C-7775-1F3F-9358B0EA8A97}"/>
              </a:ext>
            </a:extLst>
          </p:cNvPr>
          <p:cNvSpPr txBox="1"/>
          <p:nvPr/>
        </p:nvSpPr>
        <p:spPr>
          <a:xfrm>
            <a:off x="2797354" y="3165142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D19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B0893C9-9F77-53DF-6EDD-E861314BEB64}"/>
              </a:ext>
            </a:extLst>
          </p:cNvPr>
          <p:cNvSpPr txBox="1"/>
          <p:nvPr/>
        </p:nvSpPr>
        <p:spPr>
          <a:xfrm>
            <a:off x="2808574" y="3521921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G17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CBFA2C-98FA-0001-8F84-811DC1FE560A}"/>
              </a:ext>
            </a:extLst>
          </p:cNvPr>
          <p:cNvSpPr txBox="1"/>
          <p:nvPr/>
        </p:nvSpPr>
        <p:spPr>
          <a:xfrm>
            <a:off x="2808574" y="3652904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G18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77A4590-E4EE-0312-E4B8-A84D0C90E59C}"/>
              </a:ext>
            </a:extLst>
          </p:cNvPr>
          <p:cNvSpPr txBox="1"/>
          <p:nvPr/>
        </p:nvSpPr>
        <p:spPr>
          <a:xfrm>
            <a:off x="5747828" y="1781778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E13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C2B9387-03A8-AACC-266B-CDABD071BDA0}"/>
              </a:ext>
            </a:extLst>
          </p:cNvPr>
          <p:cNvSpPr txBox="1"/>
          <p:nvPr/>
        </p:nvSpPr>
        <p:spPr>
          <a:xfrm>
            <a:off x="5747828" y="1913947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E14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F505467-C02B-682E-DE34-F60FF32B1EEE}"/>
              </a:ext>
            </a:extLst>
          </p:cNvPr>
          <p:cNvSpPr txBox="1"/>
          <p:nvPr/>
        </p:nvSpPr>
        <p:spPr>
          <a:xfrm>
            <a:off x="5730196" y="2146143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C13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2707C0E-4C32-9AD5-A582-DA7130539752}"/>
              </a:ext>
            </a:extLst>
          </p:cNvPr>
          <p:cNvSpPr txBox="1"/>
          <p:nvPr/>
        </p:nvSpPr>
        <p:spPr>
          <a:xfrm>
            <a:off x="5729802" y="227831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B13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F9644F6-0807-FEDB-63ED-60870EDC4373}"/>
              </a:ext>
            </a:extLst>
          </p:cNvPr>
          <p:cNvSpPr txBox="1"/>
          <p:nvPr/>
        </p:nvSpPr>
        <p:spPr>
          <a:xfrm>
            <a:off x="5724993" y="2514011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B20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D5130A6-EE88-6054-73E1-912C4483885D}"/>
              </a:ext>
            </a:extLst>
          </p:cNvPr>
          <p:cNvSpPr txBox="1"/>
          <p:nvPr/>
        </p:nvSpPr>
        <p:spPr>
          <a:xfrm>
            <a:off x="5856148" y="2883202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C20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5B1D565E-E426-0E55-0AB3-6BB8DBE21158}"/>
              </a:ext>
            </a:extLst>
          </p:cNvPr>
          <p:cNvSpPr txBox="1"/>
          <p:nvPr/>
        </p:nvSpPr>
        <p:spPr>
          <a:xfrm>
            <a:off x="5827296" y="3016852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C19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45916E4-B2CB-6C75-1905-5B38943EE61F}"/>
              </a:ext>
            </a:extLst>
          </p:cNvPr>
          <p:cNvSpPr txBox="1"/>
          <p:nvPr/>
        </p:nvSpPr>
        <p:spPr>
          <a:xfrm>
            <a:off x="5823289" y="3284692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E22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160125B-CBDC-5461-32EF-D1369F4B23A0}"/>
              </a:ext>
            </a:extLst>
          </p:cNvPr>
          <p:cNvSpPr txBox="1"/>
          <p:nvPr/>
        </p:nvSpPr>
        <p:spPr>
          <a:xfrm>
            <a:off x="5802878" y="3383238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D22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A0611BC-C5C6-6ADB-6994-BC2E2C558062}"/>
              </a:ext>
            </a:extLst>
          </p:cNvPr>
          <p:cNvSpPr txBox="1"/>
          <p:nvPr/>
        </p:nvSpPr>
        <p:spPr>
          <a:xfrm>
            <a:off x="5802878" y="3660460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J14</a:t>
            </a:r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055DABA-CE38-9C16-0BC0-830370BB2C31}"/>
              </a:ext>
            </a:extLst>
          </p:cNvPr>
          <p:cNvSpPr txBox="1"/>
          <p:nvPr/>
        </p:nvSpPr>
        <p:spPr>
          <a:xfrm>
            <a:off x="5788451" y="3801318"/>
            <a:ext cx="3497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H14</a:t>
            </a:r>
            <a:endParaRPr lang="zh-CN" altLang="en-US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6A09A4E-4038-A60C-EF1E-1651095F22B0}"/>
              </a:ext>
            </a:extLst>
          </p:cNvPr>
          <p:cNvSpPr txBox="1"/>
          <p:nvPr/>
        </p:nvSpPr>
        <p:spPr>
          <a:xfrm>
            <a:off x="8641894" y="113822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B17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6AA463B-D616-23B9-D546-6192A4DE003D}"/>
              </a:ext>
            </a:extLst>
          </p:cNvPr>
          <p:cNvSpPr txBox="1"/>
          <p:nvPr/>
        </p:nvSpPr>
        <p:spPr>
          <a:xfrm>
            <a:off x="8632276" y="1301085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B18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91D915B-9C0E-43E6-C716-982E5DE5F90C}"/>
              </a:ext>
            </a:extLst>
          </p:cNvPr>
          <p:cNvSpPr txBox="1"/>
          <p:nvPr/>
        </p:nvSpPr>
        <p:spPr>
          <a:xfrm>
            <a:off x="8641894" y="1501139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F16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1000448-D592-16E5-4940-2F573483FFDF}"/>
              </a:ext>
            </a:extLst>
          </p:cNvPr>
          <p:cNvSpPr txBox="1"/>
          <p:nvPr/>
        </p:nvSpPr>
        <p:spPr>
          <a:xfrm>
            <a:off x="8632276" y="1664003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E17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D7F7DC5-C4A8-0372-C797-4179177E32D0}"/>
              </a:ext>
            </a:extLst>
          </p:cNvPr>
          <p:cNvSpPr txBox="1"/>
          <p:nvPr/>
        </p:nvSpPr>
        <p:spPr>
          <a:xfrm>
            <a:off x="8612926" y="1900188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B15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055F816-73C6-97B6-9499-9C57D98C51A6}"/>
              </a:ext>
            </a:extLst>
          </p:cNvPr>
          <p:cNvSpPr txBox="1"/>
          <p:nvPr/>
        </p:nvSpPr>
        <p:spPr>
          <a:xfrm>
            <a:off x="8612926" y="2020782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B16</a:t>
            </a:r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D304A81-880B-959B-D921-D30E7ADE6419}"/>
              </a:ext>
            </a:extLst>
          </p:cNvPr>
          <p:cNvSpPr txBox="1"/>
          <p:nvPr/>
        </p:nvSpPr>
        <p:spPr>
          <a:xfrm>
            <a:off x="8558052" y="2263106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F18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439AFB6-0FE5-C354-0014-C076B22D3FBD}"/>
              </a:ext>
            </a:extLst>
          </p:cNvPr>
          <p:cNvSpPr txBox="1"/>
          <p:nvPr/>
        </p:nvSpPr>
        <p:spPr>
          <a:xfrm>
            <a:off x="8551245" y="2399263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E18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FE54AE16-EDE4-CBAD-6952-74707B729BF3}"/>
              </a:ext>
            </a:extLst>
          </p:cNvPr>
          <p:cNvSpPr txBox="1"/>
          <p:nvPr/>
        </p:nvSpPr>
        <p:spPr>
          <a:xfrm>
            <a:off x="8716515" y="2642745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D20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CB8C0FC-807C-DC6B-6EF6-6D17E64349AB}"/>
              </a:ext>
            </a:extLst>
          </p:cNvPr>
          <p:cNvSpPr txBox="1"/>
          <p:nvPr/>
        </p:nvSpPr>
        <p:spPr>
          <a:xfrm>
            <a:off x="8736947" y="2771268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C20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9C443543-3BC4-2DF4-C6FC-D5384873BC66}"/>
              </a:ext>
            </a:extLst>
          </p:cNvPr>
          <p:cNvSpPr txBox="1"/>
          <p:nvPr/>
        </p:nvSpPr>
        <p:spPr>
          <a:xfrm>
            <a:off x="8728933" y="3016851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C22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ED3FB65-F30C-D022-4523-EC82D370D007}"/>
              </a:ext>
            </a:extLst>
          </p:cNvPr>
          <p:cNvSpPr txBox="1"/>
          <p:nvPr/>
        </p:nvSpPr>
        <p:spPr>
          <a:xfrm>
            <a:off x="8777097" y="3130637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B22</a:t>
            </a:r>
            <a:endParaRPr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A202F888-85D7-BAE8-41E4-A119301BD017}"/>
              </a:ext>
            </a:extLst>
          </p:cNvPr>
          <p:cNvSpPr txBox="1"/>
          <p:nvPr/>
        </p:nvSpPr>
        <p:spPr>
          <a:xfrm>
            <a:off x="8707699" y="3392438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F15</a:t>
            </a:r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9472E8E5-FA79-F62F-9BC6-795D15CBA3F6}"/>
              </a:ext>
            </a:extLst>
          </p:cNvPr>
          <p:cNvSpPr txBox="1"/>
          <p:nvPr/>
        </p:nvSpPr>
        <p:spPr>
          <a:xfrm>
            <a:off x="8707699" y="3516693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F21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C27480F1-DE3A-DD18-CF50-49156EB7C459}"/>
              </a:ext>
            </a:extLst>
          </p:cNvPr>
          <p:cNvSpPr txBox="1"/>
          <p:nvPr/>
        </p:nvSpPr>
        <p:spPr>
          <a:xfrm>
            <a:off x="8701739" y="3767629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G15</a:t>
            </a:r>
            <a:endParaRPr lang="zh-CN" altLang="en-US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CF76E00-C5CB-E919-ED93-A5F5E4460376}"/>
              </a:ext>
            </a:extLst>
          </p:cNvPr>
          <p:cNvSpPr txBox="1"/>
          <p:nvPr/>
        </p:nvSpPr>
        <p:spPr>
          <a:xfrm>
            <a:off x="8686499" y="3912390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G16</a:t>
            </a:r>
            <a:endParaRPr lang="zh-CN" altLang="en-US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E079EDCA-D649-B45F-797C-09A14092E314}"/>
              </a:ext>
            </a:extLst>
          </p:cNvPr>
          <p:cNvSpPr txBox="1"/>
          <p:nvPr/>
        </p:nvSpPr>
        <p:spPr>
          <a:xfrm>
            <a:off x="8641894" y="4130789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0AD5E99-FD00-94D1-687C-533F20AEFD08}"/>
              </a:ext>
            </a:extLst>
          </p:cNvPr>
          <p:cNvSpPr txBox="1"/>
          <p:nvPr/>
        </p:nvSpPr>
        <p:spPr>
          <a:xfrm>
            <a:off x="8641894" y="4270793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4DC01FD3-0F8A-8E96-073F-F5D666A1B88E}"/>
              </a:ext>
            </a:extLst>
          </p:cNvPr>
          <p:cNvSpPr txBox="1"/>
          <p:nvPr/>
        </p:nvSpPr>
        <p:spPr>
          <a:xfrm>
            <a:off x="8628166" y="451865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F2EA9671-3BBD-BA86-C20E-359ED8422E33}"/>
              </a:ext>
            </a:extLst>
          </p:cNvPr>
          <p:cNvSpPr txBox="1"/>
          <p:nvPr/>
        </p:nvSpPr>
        <p:spPr>
          <a:xfrm>
            <a:off x="8632276" y="4674037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EE7EDCF8-483E-DF58-6E13-56A34A4AAE5D}"/>
              </a:ext>
            </a:extLst>
          </p:cNvPr>
          <p:cNvSpPr txBox="1"/>
          <p:nvPr/>
        </p:nvSpPr>
        <p:spPr>
          <a:xfrm>
            <a:off x="8707699" y="4873479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G21</a:t>
            </a:r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0B91C738-C6BE-6D4D-997F-F68CE12956F5}"/>
              </a:ext>
            </a:extLst>
          </p:cNvPr>
          <p:cNvSpPr txBox="1"/>
          <p:nvPr/>
        </p:nvSpPr>
        <p:spPr>
          <a:xfrm>
            <a:off x="8698081" y="5017494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G22</a:t>
            </a:r>
            <a:endParaRPr lang="zh-CN" altLang="en-US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E0A42D2-AAB3-E1C7-1F02-90A37CFFA30A}"/>
              </a:ext>
            </a:extLst>
          </p:cNvPr>
          <p:cNvSpPr txBox="1"/>
          <p:nvPr/>
        </p:nvSpPr>
        <p:spPr>
          <a:xfrm>
            <a:off x="11688978" y="1301084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F13</a:t>
            </a:r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EAD56DE-4BDB-4010-0A22-5F3B657770C4}"/>
              </a:ext>
            </a:extLst>
          </p:cNvPr>
          <p:cNvSpPr txBox="1"/>
          <p:nvPr/>
        </p:nvSpPr>
        <p:spPr>
          <a:xfrm>
            <a:off x="11684169" y="1401111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F14</a:t>
            </a:r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817AEC27-7A4B-5D0A-BEB9-CF38DDE4BA02}"/>
              </a:ext>
            </a:extLst>
          </p:cNvPr>
          <p:cNvSpPr txBox="1"/>
          <p:nvPr/>
        </p:nvSpPr>
        <p:spPr>
          <a:xfrm>
            <a:off x="11684169" y="1664002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C14</a:t>
            </a:r>
            <a:endParaRPr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A1476632-19E9-B6B9-3147-20BA4214CF63}"/>
              </a:ext>
            </a:extLst>
          </p:cNvPr>
          <p:cNvSpPr txBox="1"/>
          <p:nvPr/>
        </p:nvSpPr>
        <p:spPr>
          <a:xfrm>
            <a:off x="11685773" y="1766536"/>
            <a:ext cx="34015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C15</a:t>
            </a:r>
            <a:endParaRPr lang="zh-CN" altLang="en-US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5C612F83-D19D-0BF7-7FCF-DD897DE890B6}"/>
              </a:ext>
            </a:extLst>
          </p:cNvPr>
          <p:cNvSpPr txBox="1"/>
          <p:nvPr/>
        </p:nvSpPr>
        <p:spPr>
          <a:xfrm>
            <a:off x="11674551" y="2053883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D14</a:t>
            </a:r>
            <a:endParaRPr lang="zh-CN" altLang="en-US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CFF007C-873E-EDFD-54C1-FB469BF300BF}"/>
              </a:ext>
            </a:extLst>
          </p:cNvPr>
          <p:cNvSpPr txBox="1"/>
          <p:nvPr/>
        </p:nvSpPr>
        <p:spPr>
          <a:xfrm>
            <a:off x="11684169" y="2163078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D15</a:t>
            </a:r>
            <a:endParaRPr lang="zh-CN" altLang="en-US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734F6DB-684B-7AC4-A195-EEB50B64E012}"/>
              </a:ext>
            </a:extLst>
          </p:cNvPr>
          <p:cNvSpPr txBox="1"/>
          <p:nvPr/>
        </p:nvSpPr>
        <p:spPr>
          <a:xfrm>
            <a:off x="11674551" y="2419307"/>
            <a:ext cx="3449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A13</a:t>
            </a:r>
            <a:endParaRPr lang="zh-CN" altLang="en-US" dirty="0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EC53B602-EF96-DCEB-1C35-512C7C1D8337}"/>
              </a:ext>
            </a:extLst>
          </p:cNvPr>
          <p:cNvSpPr txBox="1"/>
          <p:nvPr/>
        </p:nvSpPr>
        <p:spPr>
          <a:xfrm>
            <a:off x="11690746" y="2526952"/>
            <a:ext cx="3449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A14</a:t>
            </a:r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E81B84D-407A-33D9-1BF9-5094BBE59E7A}"/>
              </a:ext>
            </a:extLst>
          </p:cNvPr>
          <p:cNvSpPr txBox="1"/>
          <p:nvPr/>
        </p:nvSpPr>
        <p:spPr>
          <a:xfrm>
            <a:off x="11781014" y="2763646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F19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2774BAF-B924-AA67-E959-88FC7D2A3957}"/>
              </a:ext>
            </a:extLst>
          </p:cNvPr>
          <p:cNvSpPr txBox="1"/>
          <p:nvPr/>
        </p:nvSpPr>
        <p:spPr>
          <a:xfrm>
            <a:off x="11842783" y="2898444"/>
            <a:ext cx="32893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F20</a:t>
            </a:r>
            <a:endParaRPr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6E1709E3-3A97-DE51-2C92-B4A43FF0A811}"/>
              </a:ext>
            </a:extLst>
          </p:cNvPr>
          <p:cNvSpPr txBox="1"/>
          <p:nvPr/>
        </p:nvSpPr>
        <p:spPr>
          <a:xfrm>
            <a:off x="11771396" y="3134690"/>
            <a:ext cx="3497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H13</a:t>
            </a:r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97DC246-A15E-BB4B-307D-2991381D7E38}"/>
              </a:ext>
            </a:extLst>
          </p:cNvPr>
          <p:cNvSpPr txBox="1"/>
          <p:nvPr/>
        </p:nvSpPr>
        <p:spPr>
          <a:xfrm>
            <a:off x="11781014" y="3264186"/>
            <a:ext cx="34657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G13</a:t>
            </a:r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8D30F2D1-0991-D6FE-50E5-07B74F0E56A7}"/>
              </a:ext>
            </a:extLst>
          </p:cNvPr>
          <p:cNvSpPr txBox="1"/>
          <p:nvPr/>
        </p:nvSpPr>
        <p:spPr>
          <a:xfrm>
            <a:off x="11722214" y="3552876"/>
            <a:ext cx="3385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B21</a:t>
            </a:r>
            <a:endParaRPr lang="zh-CN" altLang="en-US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A77F4277-8D29-2919-4C16-25772B5FD21B}"/>
              </a:ext>
            </a:extLst>
          </p:cNvPr>
          <p:cNvSpPr txBox="1"/>
          <p:nvPr/>
        </p:nvSpPr>
        <p:spPr>
          <a:xfrm>
            <a:off x="11733888" y="3643780"/>
            <a:ext cx="34496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A21</a:t>
            </a:r>
            <a:endParaRPr lang="zh-CN" altLang="en-US" dirty="0"/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3EE4444E-8EDA-5B36-E52B-82AD20881CA1}"/>
              </a:ext>
            </a:extLst>
          </p:cNvPr>
          <p:cNvSpPr txBox="1"/>
          <p:nvPr/>
        </p:nvSpPr>
        <p:spPr>
          <a:xfrm>
            <a:off x="11683880" y="3883346"/>
            <a:ext cx="33054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E21</a:t>
            </a:r>
            <a:endParaRPr lang="zh-CN" altLang="en-US" dirty="0"/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19AE9172-2CF2-ED8A-65B0-EE55839B3AA5}"/>
              </a:ext>
            </a:extLst>
          </p:cNvPr>
          <p:cNvSpPr txBox="1"/>
          <p:nvPr/>
        </p:nvSpPr>
        <p:spPr>
          <a:xfrm>
            <a:off x="11683880" y="4017503"/>
            <a:ext cx="3481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D21</a:t>
            </a:r>
            <a:endParaRPr lang="zh-CN" altLang="en-US" dirty="0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B6C28BFF-9BF2-D3BD-E313-437B74360FF2}"/>
              </a:ext>
            </a:extLst>
          </p:cNvPr>
          <p:cNvSpPr txBox="1"/>
          <p:nvPr/>
        </p:nvSpPr>
        <p:spPr>
          <a:xfrm>
            <a:off x="11659546" y="4270793"/>
            <a:ext cx="3193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J15</a:t>
            </a:r>
            <a:endParaRPr lang="zh-CN" altLang="en-US" dirty="0"/>
          </a:p>
        </p:txBody>
      </p:sp>
      <p:sp>
        <p:nvSpPr>
          <p:cNvPr id="126" name="文本框 125">
            <a:extLst>
              <a:ext uri="{FF2B5EF4-FFF2-40B4-BE49-F238E27FC236}">
                <a16:creationId xmlns:a16="http://schemas.microsoft.com/office/drawing/2014/main" id="{5C012FA2-1A8A-4EE2-A59E-63BAB1BF9044}"/>
              </a:ext>
            </a:extLst>
          </p:cNvPr>
          <p:cNvSpPr txBox="1"/>
          <p:nvPr/>
        </p:nvSpPr>
        <p:spPr>
          <a:xfrm>
            <a:off x="11672571" y="4414553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84B84AB8-0C29-4A4F-9E6E-C3CC19BE53A8}"/>
              </a:ext>
            </a:extLst>
          </p:cNvPr>
          <p:cNvSpPr txBox="1"/>
          <p:nvPr/>
        </p:nvSpPr>
        <p:spPr>
          <a:xfrm>
            <a:off x="11680415" y="4658340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451A6323-F67C-52C3-A94F-17AFA90719D1}"/>
              </a:ext>
            </a:extLst>
          </p:cNvPr>
          <p:cNvSpPr txBox="1"/>
          <p:nvPr/>
        </p:nvSpPr>
        <p:spPr>
          <a:xfrm>
            <a:off x="11687933" y="4802100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A5F09F65-F061-62A0-D01C-6ABD4BDF053D}"/>
              </a:ext>
            </a:extLst>
          </p:cNvPr>
          <p:cNvSpPr txBox="1"/>
          <p:nvPr/>
        </p:nvSpPr>
        <p:spPr>
          <a:xfrm>
            <a:off x="11680415" y="5033192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1251BF4A-11A0-5253-EA1B-D5A54EC37424}"/>
              </a:ext>
            </a:extLst>
          </p:cNvPr>
          <p:cNvSpPr txBox="1"/>
          <p:nvPr/>
        </p:nvSpPr>
        <p:spPr>
          <a:xfrm>
            <a:off x="11680415" y="5189597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700" b="1"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NC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383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131</Words>
  <Application>Microsoft Office PowerPoint</Application>
  <PresentationFormat>宽屏</PresentationFormat>
  <Paragraphs>131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黑体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鑫 徐</dc:creator>
  <cp:lastModifiedBy>鑫 徐</cp:lastModifiedBy>
  <cp:revision>6</cp:revision>
  <dcterms:created xsi:type="dcterms:W3CDTF">2026-06-25T11:10:52Z</dcterms:created>
  <dcterms:modified xsi:type="dcterms:W3CDTF">2026-06-27T02:45:25Z</dcterms:modified>
</cp:coreProperties>
</file>