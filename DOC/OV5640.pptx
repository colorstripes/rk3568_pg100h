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B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1" d="100"/>
          <a:sy n="81" d="100"/>
        </p:scale>
        <p:origin x="7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108301-E29D-780A-34AD-88F6BC5FF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65A7093-DB27-5DBB-8FA1-C9D64A6D3F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28DCA9-6E0C-E738-A91C-2A431D6CB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DF789-C960-42BC-826F-660177CC5982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2AE2EE-8AC4-B3CC-245F-C0A2BD048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D008E5-426B-44A7-F1EC-2A3F9A5B7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FA446-9736-48E8-AD3D-77AF88F5D9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559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85E5AB-7551-128F-0898-9C027DEFC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8370D8-63DC-6746-86EC-A2B918E39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FE6D2F-A98D-0620-A1F0-A50A98B25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DF789-C960-42BC-826F-660177CC5982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77F0A8-06E4-91BD-8F28-BF276720F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6646B0-12DF-322F-8991-21D8F1793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FA446-9736-48E8-AD3D-77AF88F5D9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6676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922008-1F1E-BEA7-F81B-08EB98DE6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A5CCDE4-794D-D3A4-5859-D7271B01F2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B3D24E-65F7-C8C7-2369-A001339BA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DF789-C960-42BC-826F-660177CC5982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6ED4AD-A755-750B-D014-FB2505BDF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05D73D-6892-BE9E-A50B-4AAF1C56A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FA446-9736-48E8-AD3D-77AF88F5D9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6381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644BFD-4B87-11F4-0C3A-0712BD8AC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DC6725-B6A2-C744-A5B2-9136823BE6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215B224-3AC1-5690-2AFC-383DC17DFD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F1E2164-C370-E200-C158-222906DC5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DF789-C960-42BC-826F-660177CC5982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1B4A70-3C08-431D-03E0-A1D546E67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95CF16D-8187-C816-9EF2-38A304742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FA446-9736-48E8-AD3D-77AF88F5D9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1522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336573-CCE4-C840-C202-82D4E202C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8CDDA9A-1D36-A021-8DFD-97878EC98E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5D64F36-45E5-1BD7-A483-0EDBE20181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604BD60-B6CB-4D7D-2B83-DF167087A2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AA03A31-C2AF-60BF-05EC-59F6B8892C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7250F2D-F474-4805-B527-54370FED0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DF789-C960-42BC-826F-660177CC5982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352AF83-C12A-3AA2-3F2B-F1B1634EA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100EEB6-9957-52FD-8B3B-E394BCEE2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FA446-9736-48E8-AD3D-77AF88F5D9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7673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5E4892-ABF8-697D-752F-4DDCCAE25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06098EE-FA2D-4261-7DBB-8E1CE0494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DF789-C960-42BC-826F-660177CC5982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D49E42B-8AEB-45EE-DA45-8EAC3F8EF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1593469-47A1-5790-C314-2F70C08D3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FA446-9736-48E8-AD3D-77AF88F5D9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0813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E22592C-80FF-B84C-B729-5127E8DC3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DF789-C960-42BC-826F-660177CC5982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ACA9E32-2D40-E26E-A4D6-09BBC474A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AA0D8D-12EE-1530-B259-536D80127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FA446-9736-48E8-AD3D-77AF88F5D9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6847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5861B9-9EF0-8E12-4D95-2B63A81F2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BB5039-E9DB-726E-5F0E-D063B9DE11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AE22BB9-E92E-1B9D-4C46-5A3D779432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22FF7B9-D269-438D-1426-874892E85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DF789-C960-42BC-826F-660177CC5982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53CFE90-86F7-45F3-0F67-ECBE53D7D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97965A-31C2-0264-7E49-F67C6EAE9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FA446-9736-48E8-AD3D-77AF88F5D9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4248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6FAFA1-9B1E-0064-CC42-4C0A65449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1D0A61-0271-582B-0809-9DD9A3E06D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58DB2A5-9691-7DA1-F577-65B4666A60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381AB32-C19B-3661-70E2-150E71CB6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DF789-C960-42BC-826F-660177CC5982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A0B97C8-326A-D23B-E300-B0EF2DE8B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05B6A86-0FA2-C158-BAA2-1B0EDC227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FA446-9736-48E8-AD3D-77AF88F5D9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8105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BC62E-8F75-88E1-3747-828A69517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9901E6F-FA49-2A91-E74B-74F9A74222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6EB494-2651-92DF-B138-3EDDA5CA3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DF789-C960-42BC-826F-660177CC5982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14FE4B-50D3-9D86-A97E-EE07F464E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29103D-458C-403D-3E9F-E3A64A0A1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FA446-9736-48E8-AD3D-77AF88F5D9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7121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7FCAF0B-24DA-7502-58D7-0BB3507D96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2418329-66A9-2F3C-D58D-275F3B20A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455C11-2A20-9AD5-6EF8-EE1E0FC85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DF789-C960-42BC-826F-660177CC5982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BCBA44-BF20-50D9-F03D-982CC705E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930499-5DDF-1CDB-C26A-9913487F9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FA446-9736-48E8-AD3D-77AF88F5D9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9961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AD6DC6B-6EA2-8255-F219-DE1224F7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BC5724B-1779-B82D-757A-AD95DDC05C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CB0169-49AC-32F2-6984-4D4ADBE112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EDF789-C960-42BC-826F-660177CC5982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05A31E-1C9A-9270-658C-114EA5FFCA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469856-FB7E-5725-1C61-C156BAB570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0FA446-9736-48E8-AD3D-77AF88F5D9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8856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7F845406-DD32-F7AE-C319-726FA08ED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1209" y="199448"/>
            <a:ext cx="6073666" cy="6015217"/>
          </a:xfrm>
          <a:prstGeom prst="rect">
            <a:avLst/>
          </a:prstGeom>
        </p:spPr>
      </p:pic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F634FBBF-4142-007E-FC24-11B04B3F73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5906375"/>
              </p:ext>
            </p:extLst>
          </p:nvPr>
        </p:nvGraphicFramePr>
        <p:xfrm>
          <a:off x="1241887" y="665825"/>
          <a:ext cx="2025095" cy="54686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5095">
                  <a:extLst>
                    <a:ext uri="{9D8B030D-6E8A-4147-A177-3AD203B41FA5}">
                      <a16:colId xmlns:a16="http://schemas.microsoft.com/office/drawing/2014/main" val="1074958730"/>
                    </a:ext>
                  </a:extLst>
                </a:gridCol>
              </a:tblGrid>
              <a:tr h="420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\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1941787"/>
                  </a:ext>
                </a:extLst>
              </a:tr>
              <a:tr h="420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AB21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2269992"/>
                  </a:ext>
                </a:extLst>
              </a:tr>
              <a:tr h="420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AB22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853713"/>
                  </a:ext>
                </a:extLst>
              </a:tr>
              <a:tr h="420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L13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8825734"/>
                  </a:ext>
                </a:extLst>
              </a:tr>
              <a:tr h="420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N15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1431239"/>
                  </a:ext>
                </a:extLst>
              </a:tr>
              <a:tr h="420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AA19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3129815"/>
                  </a:ext>
                </a:extLst>
              </a:tr>
              <a:tr h="420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AB20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5465113"/>
                  </a:ext>
                </a:extLst>
              </a:tr>
              <a:tr h="420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V17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898795"/>
                  </a:ext>
                </a:extLst>
              </a:tr>
              <a:tr h="420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W17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594790"/>
                  </a:ext>
                </a:extLst>
              </a:tr>
              <a:tr h="420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AA18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3728725"/>
                  </a:ext>
                </a:extLst>
              </a:tr>
              <a:tr h="420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AB18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4908732"/>
                  </a:ext>
                </a:extLst>
              </a:tr>
              <a:tr h="420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U20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653162"/>
                  </a:ext>
                </a:extLst>
              </a:tr>
              <a:tr h="420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V20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6038146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398C8FB4-9DE0-C340-A7CB-DD8B2805F7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4076684"/>
              </p:ext>
            </p:extLst>
          </p:nvPr>
        </p:nvGraphicFramePr>
        <p:xfrm>
          <a:off x="9126737" y="665824"/>
          <a:ext cx="2025095" cy="54686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5095">
                  <a:extLst>
                    <a:ext uri="{9D8B030D-6E8A-4147-A177-3AD203B41FA5}">
                      <a16:colId xmlns:a16="http://schemas.microsoft.com/office/drawing/2014/main" val="1074958730"/>
                    </a:ext>
                  </a:extLst>
                </a:gridCol>
              </a:tblGrid>
              <a:tr h="420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\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1941787"/>
                  </a:ext>
                </a:extLst>
              </a:tr>
              <a:tr h="420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P14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2269992"/>
                  </a:ext>
                </a:extLst>
              </a:tr>
              <a:tr h="420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R14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853713"/>
                  </a:ext>
                </a:extLst>
              </a:tr>
              <a:tr h="420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Y18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8825734"/>
                  </a:ext>
                </a:extLst>
              </a:tr>
              <a:tr h="420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Y19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1431239"/>
                  </a:ext>
                </a:extLst>
              </a:tr>
              <a:tr h="420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V18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3129815"/>
                  </a:ext>
                </a:extLst>
              </a:tr>
              <a:tr h="420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V19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5465113"/>
                  </a:ext>
                </a:extLst>
              </a:tr>
              <a:tr h="420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R18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898795"/>
                  </a:ext>
                </a:extLst>
              </a:tr>
              <a:tr h="420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T18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594790"/>
                  </a:ext>
                </a:extLst>
              </a:tr>
              <a:tr h="420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N17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3728725"/>
                  </a:ext>
                </a:extLst>
              </a:tr>
              <a:tr h="420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P17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4908732"/>
                  </a:ext>
                </a:extLst>
              </a:tr>
              <a:tr h="420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P15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653162"/>
                  </a:ext>
                </a:extLst>
              </a:tr>
              <a:tr h="420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R16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60381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1209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57BDB-B037-977F-0F16-19680FB64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D28CC0B-4F6C-6581-5249-F3106501E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6982" y="961359"/>
            <a:ext cx="6043184" cy="296443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5C03D43-2F05-6199-DD0F-DE9470AF9F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2706" y="3608713"/>
            <a:ext cx="5951736" cy="466138"/>
          </a:xfrm>
          <a:prstGeom prst="rect">
            <a:avLst/>
          </a:prstGeom>
        </p:spPr>
      </p:pic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F7A810F4-3903-2C0C-D7E9-06D68C4089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8638955"/>
              </p:ext>
            </p:extLst>
          </p:nvPr>
        </p:nvGraphicFramePr>
        <p:xfrm>
          <a:off x="1312908" y="665823"/>
          <a:ext cx="2025095" cy="54686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5095">
                  <a:extLst>
                    <a:ext uri="{9D8B030D-6E8A-4147-A177-3AD203B41FA5}">
                      <a16:colId xmlns:a16="http://schemas.microsoft.com/office/drawing/2014/main" val="1074958730"/>
                    </a:ext>
                  </a:extLst>
                </a:gridCol>
              </a:tblGrid>
              <a:tr h="420665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1941787"/>
                  </a:ext>
                </a:extLst>
              </a:tr>
              <a:tr h="420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W19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2269992"/>
                  </a:ext>
                </a:extLst>
              </a:tr>
              <a:tr h="420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W20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853713"/>
                  </a:ext>
                </a:extLst>
              </a:tr>
              <a:tr h="420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U17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8825734"/>
                  </a:ext>
                </a:extLst>
              </a:tr>
              <a:tr h="420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U18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1431239"/>
                  </a:ext>
                </a:extLst>
              </a:tr>
              <a:tr h="420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AA21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3129815"/>
                  </a:ext>
                </a:extLst>
              </a:tr>
              <a:tr h="420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\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5465113"/>
                  </a:ext>
                </a:extLst>
              </a:tr>
              <a:tr h="420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\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898795"/>
                  </a:ext>
                </a:extLst>
              </a:tr>
              <a:tr h="420665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594790"/>
                  </a:ext>
                </a:extLst>
              </a:tr>
              <a:tr h="420665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3728725"/>
                  </a:ext>
                </a:extLst>
              </a:tr>
              <a:tr h="420665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4908732"/>
                  </a:ext>
                </a:extLst>
              </a:tr>
              <a:tr h="420665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653162"/>
                  </a:ext>
                </a:extLst>
              </a:tr>
              <a:tr h="420665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6038146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D8BEBF5C-D3BB-3FFC-7E29-3957ABC9E5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6406044"/>
              </p:ext>
            </p:extLst>
          </p:nvPr>
        </p:nvGraphicFramePr>
        <p:xfrm>
          <a:off x="9126737" y="665824"/>
          <a:ext cx="2025095" cy="54686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5095">
                  <a:extLst>
                    <a:ext uri="{9D8B030D-6E8A-4147-A177-3AD203B41FA5}">
                      <a16:colId xmlns:a16="http://schemas.microsoft.com/office/drawing/2014/main" val="1074958730"/>
                    </a:ext>
                  </a:extLst>
                </a:gridCol>
              </a:tblGrid>
              <a:tr h="420665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1941787"/>
                  </a:ext>
                </a:extLst>
              </a:tr>
              <a:tr h="420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N13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2269992"/>
                  </a:ext>
                </a:extLst>
              </a:tr>
              <a:tr h="420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N14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853713"/>
                  </a:ext>
                </a:extLst>
              </a:tr>
              <a:tr h="420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P16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8825734"/>
                  </a:ext>
                </a:extLst>
              </a:tr>
              <a:tr h="420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R17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1431239"/>
                  </a:ext>
                </a:extLst>
              </a:tr>
              <a:tr h="420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AA20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3129815"/>
                  </a:ext>
                </a:extLst>
              </a:tr>
              <a:tr h="420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\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5465113"/>
                  </a:ext>
                </a:extLst>
              </a:tr>
              <a:tr h="42066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\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898795"/>
                  </a:ext>
                </a:extLst>
              </a:tr>
              <a:tr h="420665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594790"/>
                  </a:ext>
                </a:extLst>
              </a:tr>
              <a:tr h="420665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3728725"/>
                  </a:ext>
                </a:extLst>
              </a:tr>
              <a:tr h="420665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4908732"/>
                  </a:ext>
                </a:extLst>
              </a:tr>
              <a:tr h="420665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653162"/>
                  </a:ext>
                </a:extLst>
              </a:tr>
              <a:tr h="420665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60381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4589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23CA27B-1027-A306-C8BC-DCF0E0BE4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4153" y="0"/>
            <a:ext cx="7232801" cy="6864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8806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493</TotalTime>
  <Words>40</Words>
  <Application>Microsoft Office PowerPoint</Application>
  <PresentationFormat>宽屏</PresentationFormat>
  <Paragraphs>40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鑫 徐</dc:creator>
  <cp:lastModifiedBy>鑫 徐</cp:lastModifiedBy>
  <cp:revision>6</cp:revision>
  <dcterms:created xsi:type="dcterms:W3CDTF">2026-04-08T06:27:41Z</dcterms:created>
  <dcterms:modified xsi:type="dcterms:W3CDTF">2026-06-24T14:04:53Z</dcterms:modified>
</cp:coreProperties>
</file>